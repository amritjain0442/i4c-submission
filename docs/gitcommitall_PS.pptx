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9" r:id="rId19"/>
    <p:sldId id="263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gitcommitall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Amrit Lahari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Shubham Gangwar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Saiswaroop Natarajan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BITS Pilani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{+91 XXXXX XXXXX}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f20230442@pilani.bits-pilani.ac.in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AI-Based Restoration of Degraded Images for Semiconductor Inspection (KLA)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Microscopic inspection images in semiconductor fabs are degraded by three simultaneous modes: speckle noise (pixel values overshoot the valid [0,1] range - we measured inputs spanning -0.21 to 1.87), additive Gaussian noise, and 2x loss of spatial resolution (256x256 -&gt; 128x128). Degradation hides the fine structures and defects that inspection depends on. The task: a single AI model that jointly denoises and super-resolves each 128x128 input back to a clean 256x256 image, scored on SSIM, PSNR, LPIPS, inference speed (H100) and generalization to out-of-distribution structures.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network, one pass: joint denoising + 2x super-resolution, trained end-to-end on the 3,200 paired images provided by KLA. We benchmarked a CNN track and a transformer track under an identical training harness and ship the empirically better model.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only the correction: the network output is added to a bicubic 2x upsample of the input (global residual), so capacity is spent on removing noise and restoring detail rather than rebuilding the image. Charbonnier loss, cosine LR, AMP, flip/rotation augmentation.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Restores fine defect-relevant structure without hallucination: a compact restoration network (NAFNet-SR 1.13M params / SwinIR 5.16M params) maps each degraded 128x128 frame to a clean 256x256 frame in a single forward pass, running in milliseconds per image.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architectures trained and compared on a clean held-out validation split of 400 images; the better one (by PSNR / SSIM / LPIPS and latency) is submitted.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A - NAFNet-SR: nonlinear-activation-free blocks (LayerNorm, SimpleGate, simplified channel attention) at low resolution, PixelShuffle 2x head, bicubic global residual. Track B - SwinIR: windowed self-attention (window 8) that suits the repeating patterns of semiconductor structures. Both trained on random 64x64 crops, batch 32, ~2h on GCP (A100 40GB + L4). Validation every 5 epochs; best checkpoint kept. Optional LPIPS fine-tune and x8 self-ensemble (TTA) evaluated against the latency budget.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rigor over exotic architecture: measured model selection, leakage-free validation, and speed-aware design choices.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bicubic-residual design: the network learns only the degradation correction, which stabilizes training and preserves true structure (no hallucinated geometry - critical for defect inspection). Range-aware handling keeps speckle overshoot information ([-0.2, 1.9]) instead of clipping the input.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CNN-vs-transformer bake-off under one harness, selected on measured PSNR / SSIM / LPIPS and per-image latency rather than paper claims. A strict 400-image held-out validation split (never trained on) keeps model selection honest, and the fully-provided degradation pairs mean no synthetic-degradation mismatch.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Sharper inspection images directly improve defect detection reliability, reduce false rejects, and let fabs run faster or cheaper imaging while software recovers the quality.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Restores inspection-grade image quality from noisy, low-resolution captures in a single millisecond-scale forward pass per frame - fits inline inspection throughput.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+4.8 dB PSNR over bicubic (23.00 -&gt; 27.77 dB); SSIM 0.555 -&gt; 0.757; LPIPS 0.146; 87 ms/image.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2.x (AMP, torch.compile), timm, scikit-image, LPIPS; trained on GCP (A100 40GB + L4) in under 2 hours per model - cheap to retrain as processes drift.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Deliverable-first design: a standalone evaluate.py restores a directory of .npy images and reports PSNR / SSIM / LPIPS + mean per-image latency with zero manual editing (KLA benchmark-ready). Resumable training, pinned requirements.txt, and weights shipped in-repo make the full pipeline reproducible end to end.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https://github.com/AmRitJain0442/I4c-submission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Video Link here showing simulation or working prototype}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Residual and attention-based image restoration; joint denoising + super-resolution on paired degraded/clean data; perceptual metrics (LPIPS) alongside PSNR/SSIM for inspection-relevant fidelity.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Chen et al., Simple Baselines for Image Restoration (NAFNet), ECCV 2022 - arXiv:2204.04676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Liang et al., SwinIR: Image Restoration Using Swin Transformer, ICCVW 2021 - arXiv:2108.10257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Zhang et al., The Unreasonable Effectiveness of Deep Features (LPIPS), CVPR 2018 - arXiv:1801.03924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 - Quantitative &amp; Visual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19659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737360"/>
                <a:gridCol w="1737360"/>
                <a:gridCol w="1737360"/>
                <a:gridCol w="1737360"/>
              </a:tblGrid>
              <a:tr h="304800">
                <a:tc>
                  <a:txBody>
                    <a:bodyPr/>
                    <a:lstStyle/>
                    <a:p>
                      <a:r>
                        <a:rPr sz="11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PSNR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LPIPS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ms / image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/>
                        <a:t>Bicubic x2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/>
                        <a:t>NAFNet-SR (1.13M)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27.65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42.5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/>
                        <a:t>NAFNet-SR + LPIPS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27.31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43.9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/>
                        <a:t>SwinIR (5.16M)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84.3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1"/>
                        <a:t>SwinIR + LPIPS fine-tune (submitted)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27.77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0.757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0.146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86.6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Validation: 400 held-out pairs. Latency measured on RTX 3060 Laptop; H100 inference is several times faster. Visual: degraded input vs restored vs ground truth.</a:t>
            </a:r>
          </a:p>
        </p:txBody>
      </p:sp>
      <p:pic>
        <p:nvPicPr>
          <p:cNvPr id="25" name="Picture 24" descr="training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60520"/>
            <a:ext cx="4754880" cy="2641600"/>
          </a:xfrm>
          <a:prstGeom prst="rect">
            <a:avLst/>
          </a:prstGeom>
        </p:spPr>
      </p:pic>
      <p:pic>
        <p:nvPicPr>
          <p:cNvPr id="26" name="Picture 25" descr="compare_00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4343400"/>
            <a:ext cx="5577840" cy="19821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