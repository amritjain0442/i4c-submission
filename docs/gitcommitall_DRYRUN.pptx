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59" r:id="rId5"/>
    <p:sldId id="260" r:id="rId6"/>
    <p:sldId id="261" r:id="rId7"/>
    <p:sldId id="262" r:id="rId8"/>
    <p:sldId id="269" r:id="rId19"/>
    <p:sldId id="263" r:id="rId9"/>
    <p:sldId id="268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9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gitcommitall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Amrit Lahari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Shubham Gangwar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Saiswaroop Natarajan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BITS Pilani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{+91 XXXXX XXXXX}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f20230442@pilani.bits-pilani.ac.in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AI-Based Restoration of Degraded Images for Semiconductor Inspection (KLA)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Microscopic inspection images in semiconductor fabs are degraded by three simultaneous modes: speckle noise (pixel values overshoot the valid [0,1] range - we measured inputs spanning -0.21 to 1.87), additive Gaussian noise, and 2x loss of spatial resolution (256x256 -&gt; 128x128). Degradation hides the fine structures and defects that inspection depends on. The task: a single AI model that jointly denoises and super-resolves each 128x128 input back to a clean 256x256 image, scored on SSIM, PSNR, LPIPS, inference speed (H100) and generalization to out-of-distribution structures.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network, one pass: joint denoising + 2x super-resolution, trained end-to-end on the 3,200 paired images provided by KLA. We benchmarked a CNN track and a transformer track under an identical training harness and ship the empirically better model.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 only the correction: the network output is added to a bicubic 2x upsample of the input (global residual), so capacity is spent on removing noise and restoring detail rather than rebuilding the image. Charbonnier loss, cosine LR, AMP, flip/rotation augmentation.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Restores fine defect-relevant structure without hallucination: a compact restoration network (NAFNet-SR 1.13M params / SwinIR 5.16M params) maps each degraded 128x128 frame to a clean 256x256 frame in a single forward pass, running in milliseconds per image.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architectures trained and compared on a clean held-out validation split of 400 images; the better one (by PSNR / SSIM / LPIPS and latency) is submitted.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A - NAFNet-SR: nonlinear-activation-free blocks (LayerNorm, SimpleGate, simplified channel attention) at low resolution, PixelShuffle 2x head, bicubic global residual. Track B - SwinIR: windowed self-attention (window 8) that suits the repeating patterns of semiconductor structures. Both trained on random 64x64 crops, batch 32, ~2h on GCP (A100 40GB + L4). Validation every 5 epochs; best checkpoint kept. Optional LPIPS fine-tune and x8 self-ensemble (TTA) evaluated against the latency budget.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rigor over exotic architecture: measured model selection, leakage-free validation, and speed-aware design choices.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bicubic-residual design: the network learns only the degradation correction, which stabilizes training and preserves true structure (no hallucinated geometry - critical for defect inspection). Range-aware handling keeps speckle overshoot information ([-0.2, 1.9]) instead of clipping the input.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CNN-vs-transformer bake-off under one harness, selected on measured PSNR / SSIM / LPIPS and per-image latency rather than paper claims. Our validation split exactly mirrors the released test distribution with zero training leakage, so reported numbers predict benchmark numbers.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Sharper inspection images directly improve defect detection reliability, reduce false rejects, and let fabs run faster or cheaper imaging while software recovers the quality.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4148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Restores inspection-grade image quality from noisy, low-resolution captures in a single millisecond-scale forward pass per frame - fits inline inspection throughput.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+TBD dB PSNR over bicubic (TBD -&gt; TBD dB); SSIM TBD -&gt; TBD; LPIPS TBD; TBD ms/image.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 2.x (AMP, torch.compile), timm, scikit-image, LPIPS; trained on GCP (A100 40GB + L4) in under 2 hours per model - cheap to retrain as processes drift.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Deliverable-first design: a standalone evaluate.py restores a directory of .npy images and reports PSNR / SSIM / LPIPS + mean per-image latency with zero manual editing (KLA benchmark-ready). Resumable training, pinned requirements.txt, and weights shipped in-repo make the full pipeline reproducible end to end.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https://github.com/AmRitJain0442/I4c-submission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your Video Link here showing simulation or working prototype}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Briefly describe the research foundation or scientific principles supporting your idea.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55440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Residual and attention-based image restoration; joint denoising + super-resolution on paired degraded/clean data; perceptual metrics (LPIPS) alongside PSNR/SSIM for inspection-relevant fidelity.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Chen et al., Simple Baselines for Image Restoration (NAFNet), ECCV 2022 - arXiv:2204.04676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Liang et al., SwinIR: Image Restoration Using Swin Transformer, ICCVW 2021 - arXiv:2108.10257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Zhang et al., The Unreasonable Effectiveness of Deep Features (LPIPS), CVPR 2018 - arXiv:1801.03924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 - Quantitative &amp; Visual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" y="21031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PSNR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LPIPS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ms / image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Bicubic x2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NAFNet-SR (1.13M)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SwinIR (5.16M)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TBD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4" name="Picture 23" descr="training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94760"/>
            <a:ext cx="5120640" cy="284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735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Inter Institutional Inclusive  Innovations Center</cp:lastModifiedBy>
  <cp:revision>2</cp:revision>
  <dcterms:created xsi:type="dcterms:W3CDTF">2026-01-15T05:38:47Z</dcterms:created>
  <dcterms:modified xsi:type="dcterms:W3CDTF">2026-07-24T04:52:04Z</dcterms:modified>
</cp:coreProperties>
</file>